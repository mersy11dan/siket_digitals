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965960" cy="2330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38328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7F4EE"/>
                </a:solidFill>
                <a:latin typeface="Georgia"/>
              </a:rPr>
              <a:t>Siket Digitals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0C9A8"/>
                </a:solidFill>
                <a:latin typeface="Georgia"/>
              </a:rPr>
              <a:t>Modern websites for growing businesses.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532120"/>
            <a:ext cx="2011680" cy="32004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C2B6"/>
                </a:solidFill>
                <a:latin typeface="Calibri"/>
              </a:rPr>
              <a:t>Company profile    ·    Addis Ababa    ·    siketdigitals@gmail.com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A small web studio in Addis Ababa that builds the site your business is judged by.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676656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A1917"/>
                </a:solidFill>
                <a:latin typeface="Calibri"/>
              </a:rPr>
              <a:t>Siket Digitals designs and builds modern, responsive websites and web apps for businesses and organizations.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F3C37"/>
                </a:solidFill>
                <a:latin typeface="Calibri"/>
              </a:rPr>
              <a:t>We are a team of three: two frontend developers and designers, and a backend developer. You talk to the people who do the work, not to an account manager.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F3C37"/>
                </a:solidFill>
                <a:latin typeface="Calibri"/>
              </a:rPr>
              <a:t>Our aim is simple. Give your business a clear, professional presence online that works properly on a phone and makes it easy for people to reach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01168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2011680"/>
            <a:ext cx="73152" cy="109728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213969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Local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Based in Addis Ababa. We meet in person or online, in your time zone.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24612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3246120"/>
            <a:ext cx="73152" cy="109728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337413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Small on purpose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Three people, one project at a time each. Nothing gets lost in handoffs.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4480560"/>
            <a:ext cx="3520440" cy="10972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4480560"/>
            <a:ext cx="73152" cy="109728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60857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917"/>
                </a:solidFill>
                <a:latin typeface="Calibri"/>
              </a:rPr>
              <a:t>Modern tools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F3C37"/>
                </a:solidFill>
                <a:latin typeface="Calibri"/>
              </a:rPr>
              <a:t>Built with React and current web standards, so the site is fast and easy to grow.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WHY A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Your website is the first meeting. Most customers have it before they call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3520440" cy="9144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Trust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People look you up before they decide. A clear, current site tells them you are real, serious, and still in business.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520440" cy="9144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Reach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A site works while you sleep. New customers in other neighbourhoods, cities, or countries can find and understand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520440" cy="37947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65960"/>
            <a:ext cx="3520440" cy="91440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33172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1A1917"/>
                </a:solidFill>
                <a:latin typeface="Georgia"/>
              </a:rPr>
              <a:t>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3C37"/>
                </a:solidFill>
                <a:latin typeface="Calibri"/>
              </a:rPr>
              <a:t>A good site does more than describe. It gives people one obvious way to call, message, or book, and sends that to your inbox.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Three kinds of work. Pick the one that fits where you 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3520440" cy="40233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3520440" cy="9144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Marketing website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0B6E68"/>
                </a:solidFill>
                <a:latin typeface="Calibri"/>
              </a:rPr>
              <a:t>For a business that needs to be found and understood.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3C37"/>
                </a:solidFill>
                <a:latin typeface="Calibri"/>
              </a:rPr>
              <a:t>A site that explains what you do clearly and gives people an obvious way to get in touch. Home, services, about, contact, and whatever else your business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520440" cy="40233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520440" cy="9144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286000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Web app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E36A1E"/>
                </a:solidFill>
                <a:latin typeface="Calibri"/>
              </a:rPr>
              <a:t>For a business whose product lives in the browser.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3C37"/>
                </a:solidFill>
                <a:latin typeface="Calibri"/>
              </a:rPr>
              <a:t>Software people log into and use: dashboards, booking, ordering, internal tools. This can include AI that recommends things to each visitor.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520440" cy="402336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65960"/>
            <a:ext cx="3520440" cy="91440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286000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1A1917"/>
                </a:solidFill>
                <a:latin typeface="Georgia"/>
              </a:rPr>
              <a:t>Redesign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1A1917"/>
                </a:solidFill>
                <a:latin typeface="Calibri"/>
              </a:rPr>
              <a:t>For a business whose site has fallen behind.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3C37"/>
                </a:solidFill>
                <a:latin typeface="Calibri"/>
              </a:rPr>
              <a:t>You keep your name and your content. We rebuild the site so it feels current, reads clearly, and works properly on a phone.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Every site we hand over comes with these, without asking.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178308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7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Works on every 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Designed for the phone first, then the laptop. Most of your visitors are on a phone.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73152" cy="178308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24027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Loads fast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Light pages, compressed images, and no bloat. Fast sites keep visitors and rank better on Google.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965960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65960"/>
            <a:ext cx="73152" cy="178308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7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Easy to contact you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A contact form that lands in your email, plus your phone and location where people expect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77639"/>
            <a:ext cx="73152" cy="178308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5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Your own domain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set up your domain, hosting, and a secure https address, and put everything in your name.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977639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977639"/>
            <a:ext cx="73152" cy="178308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425195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Found on Google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Proper page titles, descriptions, and structure so search engines can read and list the site.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977639"/>
            <a:ext cx="3520440" cy="178308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977639"/>
            <a:ext cx="73152" cy="178308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251959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Handed over ready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You get the live site, the login details, and a short walkthrough. We stay reachable after launch.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HOW A PROJECT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Four steps, from the first conversation to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36A1E"/>
                </a:solidFill>
                <a:latin typeface="Georgia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60020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17830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 i="0">
                <a:solidFill>
                  <a:srgbClr val="1A1917"/>
                </a:solidFill>
                <a:latin typeface="Georgia"/>
              </a:rPr>
              <a:t>Talk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learn the business, who it serves, and what the site has to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57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36A1E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743200"/>
            <a:ext cx="160020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971800"/>
            <a:ext cx="17830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 i="0">
                <a:solidFill>
                  <a:srgbClr val="1A1917"/>
                </a:solidFill>
                <a:latin typeface="Georgia"/>
              </a:rPr>
              <a:t>Shape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plan the pages and how the site should look and work. You approve before we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36A1E"/>
                </a:solidFill>
                <a:latin typeface="Georgia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743200"/>
            <a:ext cx="160020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17830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 i="0">
                <a:solidFill>
                  <a:srgbClr val="1A1917"/>
                </a:solidFill>
                <a:latin typeface="Georgia"/>
              </a:rP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design and develop it, and you see the work as it comes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057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36A1E"/>
                </a:solidFill>
                <a:latin typeface="Georgia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9" y="2743200"/>
            <a:ext cx="1600200" cy="41148"/>
          </a:xfrm>
          <a:prstGeom prst="rect">
            <a:avLst/>
          </a:prstGeom>
          <a:solidFill>
            <a:srgbClr val="1A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971800"/>
            <a:ext cx="17830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 i="0">
                <a:solidFill>
                  <a:srgbClr val="1A1917"/>
                </a:solidFill>
                <a:latin typeface="Georgia"/>
              </a:rPr>
              <a:t>Launch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put it online on your domain and hand it over ready to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965960"/>
            <a:ext cx="2788920" cy="406908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240280"/>
            <a:ext cx="228600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E36A1E"/>
                </a:solidFill>
                <a:latin typeface="Calibri"/>
              </a:rPr>
              <a:t>WHAT WE NEED FROM YOU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Your logo, if you have one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A few lines about the business and each service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Photos, or permission for us to source them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Phone, email, and address to show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One person who can say yes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</a:rPr>
              <a:t>Do not have all of it? Start anyway. We help with the writing.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The people who will design, build, and keep it fast.</a:t>
            </a:r>
          </a:p>
        </p:txBody>
      </p:sp>
      <p:pic>
        <p:nvPicPr>
          <p:cNvPr id="6" name="Picture 5" descr="Mihret_Dan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Mihret Daniel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Frontend developer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Uses React to build good-looking websites, and adds AI so a site can recommend things to each visitor.</a:t>
            </a:r>
          </a:p>
        </p:txBody>
      </p:sp>
      <p:pic>
        <p:nvPicPr>
          <p:cNvPr id="8" name="Picture 7" descr="Ribka_Mulu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3736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Ribka Muluye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Frontend developer and web designer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Makes modern, aesthetic websites from the first layout to the finished interface, shaped around each client.</a:t>
            </a:r>
          </a:p>
        </p:txBody>
      </p:sp>
      <p:pic>
        <p:nvPicPr>
          <p:cNvPr id="10" name="Picture 9" descr="Sofoniyas_Tekale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73736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3840479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A1917"/>
                </a:solidFill>
                <a:latin typeface="Georgia"/>
              </a:rPr>
              <a:t>Sofoniyas Tekalegn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6E68"/>
                </a:solidFill>
                <a:latin typeface="Calibri"/>
              </a:rPr>
              <a:t>Backend developer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C37"/>
                </a:solidFill>
                <a:latin typeface="Calibri"/>
              </a:rPr>
              <a:t>Creates well-structured databases, secure APIs, and the logic that keeps data safe and pages fast.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6E68"/>
                </a:solidFill>
                <a:latin typeface="Calibri"/>
              </a:rPr>
              <a:t>WHY WORK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917"/>
                </a:solidFill>
                <a:latin typeface="Georgia"/>
              </a:rPr>
              <a:t>What you can hold us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39112"/>
            <a:ext cx="54864" cy="713232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You talk to the builders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No layers. The person you brief is the person who designs and codes.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39112"/>
            <a:ext cx="54864" cy="713232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9659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You see it as it grows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Work in progress is shared on a live link, so there are no surprises at the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10712"/>
            <a:ext cx="54864" cy="713232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Clear scope, clear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We agree what the site includes before we start, and we say so if something changes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10712"/>
            <a:ext cx="54864" cy="713232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33375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Built to be changed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Clean, modern code. Adding a page or a service later is simple, by us or by anyone.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82312"/>
            <a:ext cx="54864" cy="713232"/>
          </a:xfrm>
          <a:prstGeom prst="rect">
            <a:avLst/>
          </a:prstGeom>
          <a:solidFill>
            <a:srgbClr val="0B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Honest timelines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A marketing site usually takes two to four weeks once we have your content. We tell you if it will take longer.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782312"/>
            <a:ext cx="54864" cy="713232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4709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917"/>
                </a:solidFill>
                <a:latin typeface="Georgia"/>
              </a:rPr>
              <a:t>Here after launch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F3C37"/>
                </a:solidFill>
                <a:latin typeface="Calibri"/>
              </a:rPr>
              <a:t>Questions, small edits, and fixes do not stop at handover. We are in Addis Ababa and reachable.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C9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Siket Digitals  ·  Addis Ababa  ·  Est.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F3C37"/>
                </a:solidFill>
                <a:latin typeface="Calibri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40080" cy="758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7F4EE"/>
                </a:solidFill>
                <a:latin typeface="Georgia"/>
              </a:rPr>
              <a:t>Let's start with a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9494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6E0D1"/>
                </a:solidFill>
                <a:latin typeface="Georgia"/>
              </a:rPr>
              <a:t>Tell us about the business and what the site has to do. We reply within a working day with questions, a rough scope, and a time to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siketdigitals@gmail.com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79" y="35661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PHONE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0937 591 141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LINKEDIN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linkedin.com/company/siket-digital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45720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36A1E"/>
                </a:solidFill>
                <a:latin typeface="Calibri"/>
              </a:rPr>
              <a:t>CITY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E"/>
                </a:solidFill>
                <a:latin typeface="Georgia"/>
              </a:rPr>
              <a:t>Addis Ababa, Ethiopia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C2B6"/>
                </a:solidFill>
                <a:latin typeface="Calibri"/>
              </a:rPr>
              <a:t>Thank you for reading. We would be glad to build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Siket Digitals company profile</dc:title>
  <dc:subject>Who we are and how we work, for clients</dc:subject>
  <dc:creator>Siket Digitals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